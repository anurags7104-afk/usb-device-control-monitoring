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4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09728" cy="6858000"/>
          </a:xfrm>
          <a:prstGeom prst="rect">
            <a:avLst/>
          </a:prstGeom>
          <a:solidFill>
            <a:srgbClr val="2B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07040" cy="1417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"/>
              </a:defRPr>
            </a:pPr>
            <a:r>
              <a:t>USB Device Control</a:t>
            </a:r>
            <a:br/>
            <a:r>
              <a:t>&amp; Monitoring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9875520" cy="5029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000" b="0">
                <a:solidFill>
                  <a:srgbClr val="BEDCEC"/>
                </a:solidFill>
                <a:latin typeface="Aptos"/>
              </a:defRPr>
            </a:pPr>
            <a:r>
              <a:t>Cybersecurity Project — Final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69080"/>
            <a:ext cx="9784080" cy="9144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A Windows-based prototype for USB event detection,</a:t>
            </a:r>
            <a:br/>
            <a:r>
              <a:t>unauthorized-device alerts, event logging, and file auditing.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97880"/>
            <a:ext cx="10058400" cy="23391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100" b="0">
                <a:solidFill>
                  <a:srgbClr val="D2DAE6"/>
                </a:solidFill>
                <a:latin typeface="Aptos"/>
              </a:defRPr>
            </a:pPr>
            <a:r>
              <a:rPr dirty="0"/>
              <a:t>Presenter: Anurag Singh  |  </a:t>
            </a:r>
            <a:r>
              <a:rPr lang="en-US" dirty="0"/>
              <a:t>Cyber Security Intern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700" b="1">
                <a:solidFill>
                  <a:srgbClr val="142441"/>
                </a:solidFill>
                <a:latin typeface="Aptos"/>
              </a:defRPr>
            </a:pPr>
            <a:r>
              <a:t>1.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68680"/>
            <a:ext cx="1051560" cy="64008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1064240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100" b="0">
                <a:solidFill>
                  <a:srgbClr val="647080"/>
                </a:solidFill>
                <a:latin typeface="Aptos"/>
              </a:defRPr>
            </a:pPr>
            <a:r>
              <a:t>Why monitoring removable devices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89920" cy="4480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8303C"/>
                </a:solidFill>
                <a:latin typeface="Aptos"/>
              </a:defRPr>
            </a:pPr>
            <a:r>
              <a:t>• USB storage can be used to copy data into or out of a computer without clear visibility.</a:t>
            </a:r>
          </a:p>
          <a:p>
            <a:pPr>
              <a:spcAft>
                <a:spcPts val="1300"/>
              </a:spcAft>
              <a:defRPr sz="2000">
                <a:solidFill>
                  <a:srgbClr val="28303C"/>
                </a:solidFill>
                <a:latin typeface="Aptos"/>
              </a:defRPr>
            </a:pPr>
            <a:r>
              <a:t>• Manual inspection does not provide a consistent record of device connection events.</a:t>
            </a:r>
          </a:p>
          <a:p>
            <a:pPr>
              <a:spcAft>
                <a:spcPts val="1300"/>
              </a:spcAft>
              <a:defRPr sz="2000">
                <a:solidFill>
                  <a:srgbClr val="28303C"/>
                </a:solidFill>
                <a:latin typeface="Aptos"/>
              </a:defRPr>
            </a:pPr>
            <a:r>
              <a:t>• Security teams need device identifiers, alerts, timestamps, and an audit trail.</a:t>
            </a:r>
          </a:p>
          <a:p>
            <a:pPr>
              <a:spcAft>
                <a:spcPts val="1300"/>
              </a:spcAft>
              <a:defRPr sz="2000">
                <a:solidFill>
                  <a:srgbClr val="28303C"/>
                </a:solidFill>
                <a:latin typeface="Aptos"/>
              </a:defRPr>
            </a:pPr>
            <a:r>
              <a:t>• The project demonstrates a small Windows prototype for monitoring and logging.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700" b="1">
                <a:solidFill>
                  <a:srgbClr val="142441"/>
                </a:solidFill>
                <a:latin typeface="Aptos"/>
              </a:defRPr>
            </a:pPr>
            <a:r>
              <a:t>2. Objectives &amp;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68680"/>
            <a:ext cx="1051560" cy="64008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1064240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100" b="0">
                <a:solidFill>
                  <a:srgbClr val="647080"/>
                </a:solidFill>
                <a:latin typeface="Aptos"/>
              </a:defRPr>
            </a:pPr>
            <a:r>
              <a:t>What the current prototype is designed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89920" cy="4480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Detect USB hardware events through Windows device/WMI monitoring.</a:t>
            </a:r>
          </a:p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Extract VID/PID and other identifiers when they are available.</a:t>
            </a:r>
          </a:p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Compare detected storage devices against the configured authorization policy and raise alerts.</a:t>
            </a:r>
          </a:p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Write USB events to JSONL logs for review.</a:t>
            </a:r>
          </a:p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Audit file create/modify/delete/move events in a watched folder and calculate SHA-256 hashes for accessible files.</a:t>
            </a:r>
          </a:p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Automatic blocking remains disabled and was not validated in this test.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700" b="1">
                <a:solidFill>
                  <a:srgbClr val="142441"/>
                </a:solidFill>
                <a:latin typeface="Aptos"/>
              </a:defRPr>
            </a:pPr>
            <a:r>
              <a:t>3.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68680"/>
            <a:ext cx="1051560" cy="64008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1064240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100" b="0">
                <a:solidFill>
                  <a:srgbClr val="647080"/>
                </a:solidFill>
                <a:latin typeface="Aptos"/>
              </a:defRPr>
            </a:pPr>
            <a:r>
              <a:t>High-level logical view of the implemented prototype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2011680" cy="914400"/>
          </a:xfrm>
          <a:prstGeom prst="roundRect">
            <a:avLst/>
          </a:prstGeom>
          <a:solidFill>
            <a:srgbClr val="EFF4FA"/>
          </a:solidFill>
          <a:ln w="19050">
            <a:solidFill>
              <a:srgbClr val="2B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500" b="1">
                <a:solidFill>
                  <a:srgbClr val="28303C"/>
                </a:solidFill>
                <a:latin typeface="Aptos"/>
              </a:defRPr>
            </a:pPr>
            <a:r>
              <a:t>USB Hardware</a:t>
            </a:r>
            <a:br/>
            <a:r>
              <a:t>Connection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965960"/>
            <a:ext cx="2103120" cy="914400"/>
          </a:xfrm>
          <a:prstGeom prst="roundRect">
            <a:avLst/>
          </a:prstGeom>
          <a:solidFill>
            <a:srgbClr val="EFF4FA"/>
          </a:solidFill>
          <a:ln w="19050">
            <a:solidFill>
              <a:srgbClr val="2B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500" b="1">
                <a:solidFill>
                  <a:srgbClr val="28303C"/>
                </a:solidFill>
                <a:latin typeface="Aptos"/>
              </a:defRPr>
            </a:pPr>
            <a:r>
              <a:t>Windows WMI /</a:t>
            </a:r>
            <a:br/>
            <a:r>
              <a:t>Device Events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2120" y="1965960"/>
            <a:ext cx="2103120" cy="914400"/>
          </a:xfrm>
          <a:prstGeom prst="roundRect">
            <a:avLst/>
          </a:prstGeom>
          <a:solidFill>
            <a:srgbClr val="EFF4FA"/>
          </a:solidFill>
          <a:ln w="19050">
            <a:solidFill>
              <a:srgbClr val="1C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500" b="1">
                <a:solidFill>
                  <a:srgbClr val="28303C"/>
                </a:solidFill>
                <a:latin typeface="Aptos"/>
              </a:defRPr>
            </a:pPr>
            <a:r>
              <a:t>main.py</a:t>
            </a:r>
            <a:br/>
            <a:r>
              <a:t>Event Processing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325880"/>
            <a:ext cx="1645920" cy="914400"/>
          </a:xfrm>
          <a:prstGeom prst="roundRect">
            <a:avLst/>
          </a:prstGeom>
          <a:solidFill>
            <a:srgbClr val="EFF4FA"/>
          </a:solidFill>
          <a:ln w="19050">
            <a:solidFill>
              <a:srgbClr val="DD8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1">
                <a:solidFill>
                  <a:srgbClr val="28303C"/>
                </a:solidFill>
                <a:latin typeface="Aptos"/>
              </a:defRPr>
            </a:pPr>
            <a:r>
              <a:t>policy_engine.py</a:t>
            </a:r>
            <a:br/>
            <a:r>
              <a:t>Authorization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743200"/>
            <a:ext cx="1645920" cy="914400"/>
          </a:xfrm>
          <a:prstGeom prst="roundRect">
            <a:avLst/>
          </a:prstGeom>
          <a:solidFill>
            <a:srgbClr val="EFF4FA"/>
          </a:solidFill>
          <a:ln w="19050">
            <a:solidFill>
              <a:srgbClr val="1C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300" b="1">
                <a:solidFill>
                  <a:srgbClr val="28303C"/>
                </a:solidFill>
                <a:latin typeface="Aptos"/>
              </a:defRPr>
            </a:pPr>
            <a:r>
              <a:t>Alert + Status</a:t>
            </a:r>
            <a:br/>
            <a:r>
              <a:t>Classification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04120" y="1965960"/>
            <a:ext cx="1554480" cy="914400"/>
          </a:xfrm>
          <a:prstGeom prst="roundRect">
            <a:avLst/>
          </a:prstGeom>
          <a:solidFill>
            <a:srgbClr val="EFF4FA"/>
          </a:solidFill>
          <a:ln w="19050">
            <a:solidFill>
              <a:srgbClr val="2B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300" b="1">
                <a:solidFill>
                  <a:srgbClr val="28303C"/>
                </a:solidFill>
                <a:latin typeface="Aptos"/>
              </a:defRPr>
            </a:pPr>
            <a:r>
              <a:t>usb_events</a:t>
            </a:r>
            <a:br/>
            <a:r>
              <a:t>.jsonl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14600" y="2423160"/>
            <a:ext cx="457200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74920" y="2423160"/>
            <a:ext cx="457200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635240" y="1783080"/>
            <a:ext cx="502920" cy="41148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35240" y="2606040"/>
            <a:ext cx="502920" cy="54864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784080" y="2880360"/>
            <a:ext cx="594360" cy="27432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784080" y="1783080"/>
            <a:ext cx="594360" cy="36576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77240" y="4434840"/>
            <a:ext cx="2148840" cy="914400"/>
          </a:xfrm>
          <a:prstGeom prst="roundRect">
            <a:avLst/>
          </a:prstGeom>
          <a:solidFill>
            <a:srgbClr val="EFF4FA"/>
          </a:solidFill>
          <a:ln w="19050">
            <a:solidFill>
              <a:srgbClr val="2B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500" b="1">
                <a:solidFill>
                  <a:srgbClr val="28303C"/>
                </a:solidFill>
                <a:latin typeface="Aptos"/>
              </a:defRPr>
            </a:pPr>
            <a:r>
              <a:t>Watched Folder /</a:t>
            </a:r>
            <a:br/>
            <a:r>
              <a:t>File Activity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4434840"/>
            <a:ext cx="2148840" cy="914400"/>
          </a:xfrm>
          <a:prstGeom prst="roundRect">
            <a:avLst/>
          </a:prstGeom>
          <a:solidFill>
            <a:srgbClr val="EFF4FA"/>
          </a:solidFill>
          <a:ln w="19050">
            <a:solidFill>
              <a:srgbClr val="1C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500" b="1">
                <a:solidFill>
                  <a:srgbClr val="28303C"/>
                </a:solidFill>
                <a:latin typeface="Aptos"/>
              </a:defRPr>
            </a:pPr>
            <a:r>
              <a:t>file_auditor.py</a:t>
            </a:r>
            <a:br/>
            <a:r>
              <a:t>Watchdog Handler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4434840"/>
            <a:ext cx="1965960" cy="914400"/>
          </a:xfrm>
          <a:prstGeom prst="roundRect">
            <a:avLst/>
          </a:prstGeom>
          <a:solidFill>
            <a:srgbClr val="EFF4FA"/>
          </a:solidFill>
          <a:ln w="19050">
            <a:solidFill>
              <a:srgbClr val="1C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500" b="1">
                <a:solidFill>
                  <a:srgbClr val="28303C"/>
                </a:solidFill>
                <a:latin typeface="Aptos"/>
              </a:defRPr>
            </a:pPr>
            <a:r>
              <a:t>SHA-256 +</a:t>
            </a:r>
            <a:br/>
            <a:r>
              <a:t>Event Metadata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4434840"/>
            <a:ext cx="1920240" cy="914400"/>
          </a:xfrm>
          <a:prstGeom prst="roundRect">
            <a:avLst/>
          </a:prstGeom>
          <a:solidFill>
            <a:srgbClr val="EFF4FA"/>
          </a:solidFill>
          <a:ln w="19050">
            <a:solidFill>
              <a:srgbClr val="2B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500" b="1">
                <a:solidFill>
                  <a:srgbClr val="28303C"/>
                </a:solidFill>
                <a:latin typeface="Aptos"/>
              </a:defRPr>
            </a:pPr>
            <a:r>
              <a:t>file_audit</a:t>
            </a:r>
            <a:br/>
            <a:r>
              <a:t>JSONL Log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926080" y="4892040"/>
            <a:ext cx="731520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806440" y="4892040"/>
            <a:ext cx="777240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549640" y="4892040"/>
            <a:ext cx="822960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1520" y="5806440"/>
            <a:ext cx="10789920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000" b="0">
                <a:solidFill>
                  <a:srgbClr val="647080"/>
                </a:solidFill>
                <a:latin typeface="Aptos"/>
              </a:defRPr>
            </a:pPr>
            <a:r>
              <a:t>Note: The diagram is a logical overview; the local-folder file audit passed, while auditing on actual USB media remains unverified.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700" b="1">
                <a:solidFill>
                  <a:srgbClr val="142441"/>
                </a:solidFill>
                <a:latin typeface="Aptos"/>
              </a:defRPr>
            </a:pPr>
            <a:r>
              <a:t>4. Workflow /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68680"/>
            <a:ext cx="1051560" cy="64008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1064240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100" b="0">
                <a:solidFill>
                  <a:srgbClr val="647080"/>
                </a:solidFill>
                <a:latin typeface="Aptos"/>
              </a:defRPr>
            </a:pPr>
            <a:r>
              <a:t>USB event detection and file-auditing paths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874519" cy="1097280"/>
          </a:xfrm>
          <a:prstGeom prst="roundRect">
            <a:avLst/>
          </a:prstGeom>
          <a:solidFill>
            <a:srgbClr val="EFF4FA"/>
          </a:solidFill>
          <a:ln w="19050">
            <a:solidFill>
              <a:srgbClr val="2B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28303C"/>
                </a:solidFill>
                <a:latin typeface="Aptos"/>
              </a:defRPr>
            </a:pPr>
            <a:r>
              <a:t>1</a:t>
            </a:r>
            <a:br/>
            <a:r>
              <a:t>USB device</a:t>
            </a:r>
            <a:br/>
            <a:r>
              <a:t>connects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77439" y="2377440"/>
            <a:ext cx="411481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88920" y="1828800"/>
            <a:ext cx="1874519" cy="1097280"/>
          </a:xfrm>
          <a:prstGeom prst="roundRect">
            <a:avLst/>
          </a:prstGeom>
          <a:solidFill>
            <a:srgbClr val="EFF4FA"/>
          </a:solidFill>
          <a:ln w="19050">
            <a:solidFill>
              <a:srgbClr val="2B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28303C"/>
                </a:solidFill>
                <a:latin typeface="Aptos"/>
              </a:defRPr>
            </a:pPr>
            <a:r>
              <a:t>2</a:t>
            </a:r>
            <a:br/>
            <a:r>
              <a:t>Windows event</a:t>
            </a:r>
            <a:br/>
            <a:r>
              <a:t>is observed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663440" y="2377440"/>
            <a:ext cx="411480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74920" y="1828800"/>
            <a:ext cx="1874519" cy="1097280"/>
          </a:xfrm>
          <a:prstGeom prst="roundRect">
            <a:avLst/>
          </a:prstGeom>
          <a:solidFill>
            <a:srgbClr val="EFF4FA"/>
          </a:solidFill>
          <a:ln w="19050">
            <a:solidFill>
              <a:srgbClr val="1C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28303C"/>
                </a:solidFill>
                <a:latin typeface="Aptos"/>
              </a:defRPr>
            </a:pPr>
            <a:r>
              <a:t>3</a:t>
            </a:r>
            <a:br/>
            <a:r>
              <a:t>Identifiers</a:t>
            </a:r>
            <a:br/>
            <a:r>
              <a:t>are extracted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49440" y="2377440"/>
            <a:ext cx="411480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60920" y="1828800"/>
            <a:ext cx="1874519" cy="1097280"/>
          </a:xfrm>
          <a:prstGeom prst="roundRect">
            <a:avLst/>
          </a:prstGeom>
          <a:solidFill>
            <a:srgbClr val="EFF4FA"/>
          </a:solidFill>
          <a:ln w="19050">
            <a:solidFill>
              <a:srgbClr val="1C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28303C"/>
                </a:solidFill>
                <a:latin typeface="Aptos"/>
              </a:defRPr>
            </a:pPr>
            <a:r>
              <a:t>4</a:t>
            </a:r>
            <a:br/>
            <a:r>
              <a:t>Policy is</a:t>
            </a:r>
            <a:br/>
            <a:r>
              <a:t>checked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235440" y="2377440"/>
            <a:ext cx="411480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46920" y="1828800"/>
            <a:ext cx="1874519" cy="1097280"/>
          </a:xfrm>
          <a:prstGeom prst="roundRect">
            <a:avLst/>
          </a:prstGeom>
          <a:solidFill>
            <a:srgbClr val="EFF4FA"/>
          </a:solidFill>
          <a:ln w="19050">
            <a:solidFill>
              <a:srgbClr val="2B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28303C"/>
                </a:solidFill>
                <a:latin typeface="Aptos"/>
              </a:defRPr>
            </a:pPr>
            <a:r>
              <a:t>5</a:t>
            </a:r>
            <a:br/>
            <a:r>
              <a:t>Alert + event</a:t>
            </a:r>
            <a:br/>
            <a:r>
              <a:t>are logged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1920240" cy="41148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600" b="1">
                <a:solidFill>
                  <a:srgbClr val="142441"/>
                </a:solidFill>
                <a:latin typeface="Aptos"/>
              </a:defRPr>
            </a:pPr>
            <a:r>
              <a:t>File activity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23160" y="3657600"/>
            <a:ext cx="2057400" cy="914400"/>
          </a:xfrm>
          <a:prstGeom prst="roundRect">
            <a:avLst/>
          </a:prstGeom>
          <a:solidFill>
            <a:srgbClr val="EFF4FA"/>
          </a:solidFill>
          <a:ln w="19050">
            <a:solidFill>
              <a:srgbClr val="2B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28303C"/>
                </a:solidFill>
                <a:latin typeface="Aptos"/>
              </a:defRPr>
            </a:pPr>
            <a:r>
              <a:t>Create / modify /</a:t>
            </a:r>
            <a:br/>
            <a:r>
              <a:t>delete / move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657600"/>
            <a:ext cx="2057400" cy="914400"/>
          </a:xfrm>
          <a:prstGeom prst="roundRect">
            <a:avLst/>
          </a:prstGeom>
          <a:solidFill>
            <a:srgbClr val="EFF4FA"/>
          </a:solidFill>
          <a:ln w="19050">
            <a:solidFill>
              <a:srgbClr val="1C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28303C"/>
                </a:solidFill>
                <a:latin typeface="Aptos"/>
              </a:defRPr>
            </a:pPr>
            <a:r>
              <a:t>Watchdog event</a:t>
            </a:r>
            <a:br/>
            <a:r>
              <a:t>handler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3657600"/>
            <a:ext cx="2057400" cy="914400"/>
          </a:xfrm>
          <a:prstGeom prst="roundRect">
            <a:avLst/>
          </a:prstGeom>
          <a:solidFill>
            <a:srgbClr val="EFF4FA"/>
          </a:solidFill>
          <a:ln w="19050">
            <a:solidFill>
              <a:srgbClr val="1C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28303C"/>
                </a:solidFill>
                <a:latin typeface="Aptos"/>
              </a:defRPr>
            </a:pPr>
            <a:r>
              <a:t>Metadata +</a:t>
            </a:r>
            <a:br/>
            <a:r>
              <a:t>SHA-256 hash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3657600"/>
            <a:ext cx="1600200" cy="914400"/>
          </a:xfrm>
          <a:prstGeom prst="roundRect">
            <a:avLst/>
          </a:prstGeom>
          <a:solidFill>
            <a:srgbClr val="EFF4FA"/>
          </a:solidFill>
          <a:ln w="19050">
            <a:solidFill>
              <a:srgbClr val="2B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28303C"/>
                </a:solidFill>
                <a:latin typeface="Aptos"/>
              </a:defRPr>
            </a:pPr>
            <a:r>
              <a:t>JSONL</a:t>
            </a:r>
            <a:br/>
            <a:r>
              <a:t>record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480560" y="4114800"/>
            <a:ext cx="502920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040880" y="4114800"/>
            <a:ext cx="502920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601200" y="4114800"/>
            <a:ext cx="457200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700" b="1">
                <a:solidFill>
                  <a:srgbClr val="142441"/>
                </a:solidFill>
                <a:latin typeface="Aptos"/>
              </a:defRPr>
            </a:pPr>
            <a:r>
              <a:t>5. Tools &amp; Technologies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68680"/>
            <a:ext cx="1051560" cy="64008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1064240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100" b="0">
                <a:solidFill>
                  <a:srgbClr val="647080"/>
                </a:solidFill>
                <a:latin typeface="Aptos"/>
              </a:defRPr>
            </a:pPr>
            <a:r>
              <a:t>Development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89920" cy="4480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8303C"/>
                </a:solidFill>
                <a:latin typeface="Aptos"/>
              </a:defRPr>
            </a:pPr>
            <a:r>
              <a:t>• Language: Python 3.14.4</a:t>
            </a:r>
          </a:p>
          <a:p>
            <a:pPr>
              <a:spcAft>
                <a:spcPts val="1300"/>
              </a:spcAft>
              <a:defRPr sz="2000">
                <a:solidFill>
                  <a:srgbClr val="28303C"/>
                </a:solidFill>
                <a:latin typeface="Aptos"/>
              </a:defRPr>
            </a:pPr>
            <a:r>
              <a:t>• Windows integration: WMI and pywin32</a:t>
            </a:r>
          </a:p>
          <a:p>
            <a:pPr>
              <a:spcAft>
                <a:spcPts val="1300"/>
              </a:spcAft>
              <a:defRPr sz="2000">
                <a:solidFill>
                  <a:srgbClr val="28303C"/>
                </a:solidFill>
                <a:latin typeface="Aptos"/>
              </a:defRPr>
            </a:pPr>
            <a:r>
              <a:t>• File monitoring: watchdog</a:t>
            </a:r>
          </a:p>
          <a:p>
            <a:pPr>
              <a:spcAft>
                <a:spcPts val="1300"/>
              </a:spcAft>
              <a:defRPr sz="2000">
                <a:solidFill>
                  <a:srgbClr val="28303C"/>
                </a:solidFill>
                <a:latin typeface="Aptos"/>
              </a:defRPr>
            </a:pPr>
            <a:r>
              <a:t>• Configuration: JSON</a:t>
            </a:r>
          </a:p>
          <a:p>
            <a:pPr>
              <a:spcAft>
                <a:spcPts val="1300"/>
              </a:spcAft>
              <a:defRPr sz="2000">
                <a:solidFill>
                  <a:srgbClr val="28303C"/>
                </a:solidFill>
                <a:latin typeface="Aptos"/>
              </a:defRPr>
            </a:pPr>
            <a:r>
              <a:t>• Logging: JSON Lines (.jsonl)</a:t>
            </a:r>
          </a:p>
          <a:p>
            <a:pPr>
              <a:spcAft>
                <a:spcPts val="1300"/>
              </a:spcAft>
              <a:defRPr sz="2000">
                <a:solidFill>
                  <a:srgbClr val="28303C"/>
                </a:solidFill>
                <a:latin typeface="Aptos"/>
              </a:defRPr>
            </a:pPr>
            <a:r>
              <a:t>• Development and execution: Windows PowerShell / VS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700" b="1">
                <a:solidFill>
                  <a:srgbClr val="142441"/>
                </a:solidFill>
                <a:latin typeface="Aptos"/>
              </a:defRPr>
            </a:pPr>
            <a:r>
              <a:t>6. Implementation &amp; Test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68680"/>
            <a:ext cx="1051560" cy="64008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1064240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100" b="0">
                <a:solidFill>
                  <a:srgbClr val="647080"/>
                </a:solidFill>
                <a:latin typeface="Aptos"/>
              </a:defRPr>
            </a:pPr>
            <a:r>
              <a:t>Evidence observed during local testing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60120" y="1508760"/>
          <a:ext cx="102412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3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1424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42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03C"/>
                          </a:solidFill>
                        </a:defRPr>
                      </a:pPr>
                      <a:r>
                        <a:t>Dependency imports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875C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03C"/>
                          </a:solidFill>
                        </a:defRPr>
                      </a:pPr>
                      <a:r>
                        <a:t>USB storage-related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875C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03C"/>
                          </a:solidFill>
                        </a:defRPr>
                      </a:pPr>
                      <a:r>
                        <a:t>Unauthorized-device alert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875C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03C"/>
                          </a:solidFill>
                        </a:defRPr>
                      </a:pPr>
                      <a:r>
                        <a:t>USB event JSONL logging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875C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03C"/>
                          </a:solidFill>
                        </a:defRPr>
                      </a:pPr>
                      <a:r>
                        <a:t>File create / modify / delete logging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875C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03C"/>
                          </a:solidFill>
                        </a:defRPr>
                      </a:pPr>
                      <a:r>
                        <a:t>SHA-256 for accessible test 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875C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03C"/>
                          </a:solidFill>
                        </a:defRPr>
                      </a:pPr>
                      <a:r>
                        <a:t>Actual USB-volume file audit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D892D"/>
                          </a:solidFill>
                        </a:defRPr>
                      </a:pPr>
                      <a:r>
                        <a:t>NOT VERIFIED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03C"/>
                          </a:solidFill>
                        </a:defRPr>
                      </a:pPr>
                      <a:r>
                        <a:t>Automatic device blocking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D892D"/>
                          </a:solidFill>
                        </a:defRPr>
                      </a:pPr>
                      <a:r>
                        <a:t>NOT TESTED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5840" y="5989320"/>
            <a:ext cx="1005840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000" b="0">
                <a:solidFill>
                  <a:srgbClr val="647080"/>
                </a:solidFill>
                <a:latin typeface="Aptos"/>
              </a:defRPr>
            </a:pPr>
            <a:r>
              <a:t>Duplicate device-layer alerts and UNKNOWN VID/PID values are known limitations.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700" b="1">
                <a:solidFill>
                  <a:srgbClr val="142441"/>
                </a:solidFill>
                <a:latin typeface="Aptos"/>
              </a:defRPr>
            </a:pPr>
            <a:r>
              <a:t>7. Limitations &amp; Future Improvements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68680"/>
            <a:ext cx="1051560" cy="64008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480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Deduplicate alerts when Windows reports multiple device layers for one physical device.</a:t>
            </a:r>
          </a:p>
          <a:p>
            <a:pPr>
              <a:spcAft>
                <a:spcPts val="13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Improve identifier parsing for device layers where VID/PID are not exposed.</a:t>
            </a:r>
          </a:p>
          <a:p>
            <a:pPr>
              <a:spcAft>
                <a:spcPts val="13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Verify file auditing using a usable removable drive with non-sensitive test files.</a:t>
            </a:r>
          </a:p>
          <a:p>
            <a:pPr>
              <a:spcAft>
                <a:spcPts val="13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Add automated unit tests and clearer error handling.</a:t>
            </a:r>
          </a:p>
          <a:p>
            <a:pPr>
              <a:spcAft>
                <a:spcPts val="13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If blocking is ever added, validate it only in a controlled environment with a recovery plan.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700" b="1">
                <a:solidFill>
                  <a:srgbClr val="142441"/>
                </a:solidFill>
                <a:latin typeface="Aptos"/>
              </a:defRPr>
            </a:pPr>
            <a:r>
              <a:t>8.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68680"/>
            <a:ext cx="1051560" cy="64008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480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8303C"/>
                </a:solidFill>
                <a:latin typeface="Aptos"/>
              </a:defRPr>
            </a:pPr>
            <a:r>
              <a:t>• The prototype detected storage-related USB events and raised unauthorized-device alerts.</a:t>
            </a:r>
          </a:p>
          <a:p>
            <a:pPr>
              <a:spcAft>
                <a:spcPts val="1300"/>
              </a:spcAft>
              <a:defRPr sz="2000">
                <a:solidFill>
                  <a:srgbClr val="28303C"/>
                </a:solidFill>
                <a:latin typeface="Aptos"/>
              </a:defRPr>
            </a:pPr>
            <a:r>
              <a:t>• USB event records were written to JSONL with timestamps and identifiers.</a:t>
            </a:r>
          </a:p>
          <a:p>
            <a:pPr>
              <a:spcAft>
                <a:spcPts val="1300"/>
              </a:spcAft>
              <a:defRPr sz="2000">
                <a:solidFill>
                  <a:srgbClr val="28303C"/>
                </a:solidFill>
                <a:latin typeface="Aptos"/>
              </a:defRPr>
            </a:pPr>
            <a:r>
              <a:t>• The file auditor logged create, modify, and delete events in a temporary local folder.</a:t>
            </a:r>
          </a:p>
          <a:p>
            <a:pPr>
              <a:spcAft>
                <a:spcPts val="1300"/>
              </a:spcAft>
              <a:defRPr sz="2000">
                <a:solidFill>
                  <a:srgbClr val="28303C"/>
                </a:solidFill>
                <a:latin typeface="Aptos"/>
              </a:defRPr>
            </a:pPr>
            <a:r>
              <a:t>• The prototype provides a foundation for endpoint monitoring, with additional validation needed before production use.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5074920"/>
            <a:ext cx="6492240" cy="685800"/>
          </a:xfrm>
          <a:prstGeom prst="roundRect">
            <a:avLst/>
          </a:prstGeom>
          <a:solidFill>
            <a:srgbClr val="142441"/>
          </a:solidFill>
          <a:ln w="19050">
            <a:solidFill>
              <a:srgbClr val="142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Thank you  |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627</Words>
  <Application>Microsoft Office PowerPoint</Application>
  <PresentationFormat>Widescreen</PresentationFormat>
  <Paragraphs>84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Anurag singh</dc:creator>
  <cp:keywords/>
  <dc:description>generated using python-pptx</dc:description>
  <cp:lastModifiedBy>Anurag Singh</cp:lastModifiedBy>
  <cp:revision>2</cp:revision>
  <dcterms:created xsi:type="dcterms:W3CDTF">2013-01-27T09:14:16Z</dcterms:created>
  <dcterms:modified xsi:type="dcterms:W3CDTF">2026-10-11T15:44:39Z</dcterms:modified>
  <cp:category/>
</cp:coreProperties>
</file>